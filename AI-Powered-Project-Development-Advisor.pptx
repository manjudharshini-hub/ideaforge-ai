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SemiBold"/>
      <p:regular r:id="rId201315"/>
    </p:embeddedFont>
    <p:embeddedFont>
      <p:font typeface="Lora Bold"/>
      <p:regular r:id="rId201316"/>
    </p:embeddedFont>
    <p:embeddedFont>
      <p:font typeface="Source Sans 3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  <p:embeddedFont>
      <p:font typeface="Source Sans 3 Black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6.png"/><Relationship Id="rId11" Type="http://schemas.openxmlformats.org/officeDocument/2006/relationships/image" Target="../media/image-4-7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image" Target="../media/image-7-2.png"/><Relationship Id="rId11" Type="http://schemas.openxmlformats.org/officeDocument/2006/relationships/image" Target="../media/image-7-3.svg"/><Relationship Id="rId12" Type="http://schemas.openxmlformats.org/officeDocument/2006/relationships/image" Target="../media/image-7-2.png"/><Relationship Id="rId13" Type="http://schemas.openxmlformats.org/officeDocument/2006/relationships/image" Target="../media/image-7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ideaforge-ai-a7aiugt57ktpn352ajhb2v.streamlit.app/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04329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IDEAFORGE AI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082377"/>
            <a:ext cx="10795524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Project Development Advisor</a:t>
            </a:r>
            <a:endParaRPr lang="en-US" sz="3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379" y="1816596"/>
            <a:ext cx="7704838" cy="42103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9380" y="3796546"/>
            <a:ext cx="1785277" cy="22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Raw Idea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67508" y="3769152"/>
            <a:ext cx="1785278" cy="22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IdeaForge AI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65262" y="3778059"/>
            <a:ext cx="1785278" cy="22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Structured Blueprint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3293" y="6152555"/>
            <a:ext cx="114051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scattered concepts to structured, technically feasible project blueprints — powered by RAG, Groq, and semantic retrieval.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98078"/>
            <a:ext cx="10795524" cy="417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Project Idea to Buildable Project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98086" y="1145480"/>
            <a:ext cx="11405108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have ideas. Turning them into structured, technically feasible projects is the challenge.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5992" y="1480641"/>
            <a:ext cx="5429015" cy="4284960"/>
          </a:xfrm>
          <a:prstGeom prst="roundRect">
            <a:avLst>
              <a:gd name="adj" fmla="val 496"/>
            </a:avLst>
          </a:prstGeom>
          <a:solidFill>
            <a:srgbClr val="00D9D9"/>
          </a:solidFill>
          <a:ln/>
        </p:spPr>
      </p:sp>
      <p:sp>
        <p:nvSpPr>
          <p:cNvPr id="5" name="Text 3"/>
          <p:cNvSpPr/>
          <p:nvPr/>
        </p:nvSpPr>
        <p:spPr>
          <a:xfrm>
            <a:off x="737772" y="1595834"/>
            <a:ext cx="5145455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7772" y="1919585"/>
            <a:ext cx="5145455" cy="720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challenge is not generating an idea. 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challenge is developing it.</a:t>
            </a:r>
            <a:endParaRPr lang="en-US" sz="11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student project starts with a spark — but without structure, that spark rarely becomes a buildable plan.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5131" y="1610221"/>
            <a:ext cx="2554819" cy="1265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12159" y="1771055"/>
            <a:ext cx="2156962" cy="41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features should I build?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12159" y="2303363"/>
            <a:ext cx="2156962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Scope is undefined and overwhelming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5140" y="1610221"/>
            <a:ext cx="2554819" cy="12651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82168" y="1771055"/>
            <a:ext cx="2156962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are the target users?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82168" y="2094805"/>
            <a:ext cx="2156962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Audience is vague or assumed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131" y="2990552"/>
            <a:ext cx="2554819" cy="12651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12159" y="3151386"/>
            <a:ext cx="2156962" cy="41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Which technologies should I use?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512159" y="3683695"/>
            <a:ext cx="2156962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Stack decisions are made without context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5140" y="2990552"/>
            <a:ext cx="2554819" cy="12651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2168" y="3151386"/>
            <a:ext cx="2156962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 the idea feasible?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182168" y="3475137"/>
            <a:ext cx="2156962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structured feasibility check exists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5131" y="4370884"/>
            <a:ext cx="2554819" cy="12651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12159" y="4531717"/>
            <a:ext cx="2156962" cy="41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should the project be structured?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512159" y="5064026"/>
            <a:ext cx="2156962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 and direction remain unclear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910805" y="6024761"/>
            <a:ext cx="11192389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challenge is not generating an idea. The challenge is developing it."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8086" y="5895181"/>
            <a:ext cx="19050" cy="464741"/>
          </a:xfrm>
          <a:prstGeom prst="roundRect">
            <a:avLst>
              <a:gd name="adj" fmla="val 49999"/>
            </a:avLst>
          </a:prstGeom>
          <a:solidFill>
            <a:srgbClr val="F98AC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18716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Meet IdeaForge AI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086" y="999827"/>
            <a:ext cx="11405108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AI-powered project development advisor that transforms raw ideas into structured, actionable blueprints through intelligent analysis and interactive refinement.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675" y="1232396"/>
            <a:ext cx="6792346" cy="25488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87798" y="316828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Download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896679" y="316828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Refine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12576" y="316828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Blueprint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328473" y="316828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16303" y="316828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8086" y="3864173"/>
            <a:ext cx="3549363" cy="100141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sp>
        <p:nvSpPr>
          <p:cNvPr id="11" name="Shape 8"/>
          <p:cNvSpPr/>
          <p:nvPr/>
        </p:nvSpPr>
        <p:spPr>
          <a:xfrm>
            <a:off x="811490" y="3977580"/>
            <a:ext cx="340312" cy="34032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051" y="4071144"/>
            <a:ext cx="153091" cy="1530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490" y="4391620"/>
            <a:ext cx="3322554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 Ideas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11490" y="4602559"/>
            <a:ext cx="3322554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Breaks down project concepts into structured components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321166" y="3864173"/>
            <a:ext cx="3549363" cy="100141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sp>
        <p:nvSpPr>
          <p:cNvPr id="16" name="Shape 12"/>
          <p:cNvSpPr/>
          <p:nvPr/>
        </p:nvSpPr>
        <p:spPr>
          <a:xfrm>
            <a:off x="4434570" y="3977580"/>
            <a:ext cx="340312" cy="34032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8131" y="4071144"/>
            <a:ext cx="153091" cy="1530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34570" y="4391620"/>
            <a:ext cx="3322554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Identify Users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434570" y="4602559"/>
            <a:ext cx="3322554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Defines target audience and user personas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944247" y="3864173"/>
            <a:ext cx="3549363" cy="100141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sp>
        <p:nvSpPr>
          <p:cNvPr id="21" name="Shape 16"/>
          <p:cNvSpPr/>
          <p:nvPr/>
        </p:nvSpPr>
        <p:spPr>
          <a:xfrm>
            <a:off x="8057651" y="3977580"/>
            <a:ext cx="340312" cy="34032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1212" y="4071144"/>
            <a:ext cx="153091" cy="1530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57651" y="4391620"/>
            <a:ext cx="3322554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 Stack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057651" y="4602559"/>
            <a:ext cx="3322554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Suggests relevant technologies for the project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698086" y="4939308"/>
            <a:ext cx="5360853" cy="100141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sp>
        <p:nvSpPr>
          <p:cNvPr id="26" name="Shape 20"/>
          <p:cNvSpPr/>
          <p:nvPr/>
        </p:nvSpPr>
        <p:spPr>
          <a:xfrm>
            <a:off x="811490" y="5052715"/>
            <a:ext cx="340312" cy="34032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051" y="5146278"/>
            <a:ext cx="153091" cy="1530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1490" y="5466755"/>
            <a:ext cx="5134045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Refine via Chat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11490" y="5677694"/>
            <a:ext cx="5134045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Iterates through natural conversation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6132657" y="4939308"/>
            <a:ext cx="5360953" cy="100141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sp>
        <p:nvSpPr>
          <p:cNvPr id="31" name="Shape 24"/>
          <p:cNvSpPr/>
          <p:nvPr/>
        </p:nvSpPr>
        <p:spPr>
          <a:xfrm>
            <a:off x="6246061" y="5052715"/>
            <a:ext cx="340312" cy="34032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39622" y="5146278"/>
            <a:ext cx="153091" cy="15309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46061" y="5466755"/>
            <a:ext cx="5134144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Blueprint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246061" y="5677694"/>
            <a:ext cx="5134144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Exports a structured, downloadable PDF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68242" y="6106616"/>
            <a:ext cx="11234953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"IdeaForge turns an initial idea into a structured project direction."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698086" y="6023670"/>
            <a:ext cx="12700" cy="315516"/>
          </a:xfrm>
          <a:prstGeom prst="roundRect">
            <a:avLst>
              <a:gd name="adj" fmla="val 49999"/>
            </a:avLst>
          </a:prstGeom>
          <a:solidFill>
            <a:srgbClr val="F98AC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1380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IdeaForge Works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016595"/>
            <a:ext cx="1079552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Architecture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517" y="1515070"/>
            <a:ext cx="4627348" cy="24864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652" y="1784568"/>
            <a:ext cx="985485" cy="12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Layer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386484" y="1944917"/>
            <a:ext cx="1107652" cy="188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 interface for user interaction.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86171" y="2138281"/>
            <a:ext cx="985485" cy="12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 Core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686171" y="2298630"/>
            <a:ext cx="1107652" cy="188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application handles logic and requests.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508652" y="2501302"/>
            <a:ext cx="985485" cy="12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Understanding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386484" y="2661651"/>
            <a:ext cx="1107652" cy="188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 parsing and intent extraction.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686171" y="2906210"/>
            <a:ext cx="985485" cy="12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Retrieval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686171" y="3066559"/>
            <a:ext cx="1107652" cy="188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RAG pipeline using Sentence Transformers.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508652" y="3287848"/>
            <a:ext cx="985485" cy="12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Storage &amp; API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386484" y="3448197"/>
            <a:ext cx="1107652" cy="188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ChromaDB storage, Groq API, and final PDF.</a:t>
            </a:r>
            <a:endParaRPr lang="en-US" sz="6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353" y="1515070"/>
            <a:ext cx="4670507" cy="837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22924" y="1803102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518510" y="1673721"/>
            <a:ext cx="382270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518510" y="1990725"/>
            <a:ext cx="382270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interface layer — interactive web frontend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353" y="2464495"/>
            <a:ext cx="4670507" cy="837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22924" y="275252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518510" y="2623145"/>
            <a:ext cx="382270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Application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518510" y="2940149"/>
            <a:ext cx="382270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application logic and state management</a:t>
            </a:r>
            <a:endParaRPr lang="en-US" sz="10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9353" y="3413919"/>
            <a:ext cx="4670507" cy="84802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22924" y="3707011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518510" y="3572570"/>
            <a:ext cx="382270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Sentence Transformers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518510" y="3889573"/>
            <a:ext cx="382270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Text → embedding vector</a:t>
            </a:r>
            <a:endParaRPr lang="en-US" sz="10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29353" y="4373562"/>
            <a:ext cx="4670507" cy="837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22924" y="4661595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518510" y="4532213"/>
            <a:ext cx="382270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ChromaDB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518510" y="4849217"/>
            <a:ext cx="3822704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Vector storage + semantic retrieval engine</a:t>
            </a:r>
            <a:endParaRPr lang="en-US" sz="10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29353" y="5322987"/>
            <a:ext cx="4670507" cy="84802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22924" y="5616079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518510" y="5481638"/>
            <a:ext cx="382270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Groq API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518510" y="5798641"/>
            <a:ext cx="382270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openai/gpt-oss-120b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Cloud LLM inference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93341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RAG — Giving the LLM Relevant Context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437977"/>
            <a:ext cx="10795524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Retrieval-Augmented Generation connects project-specific knowledge with LLM generation — ensuring responses are grounded in relevant context, not just general training data.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50" y="2233513"/>
            <a:ext cx="4182462" cy="18035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1907" y="3698574"/>
            <a:ext cx="892972" cy="111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ChromaDB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11907" y="3281070"/>
            <a:ext cx="892972" cy="1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Vector Search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211907" y="2867784"/>
            <a:ext cx="892972" cy="1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Embedding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211907" y="2450280"/>
            <a:ext cx="892972" cy="111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Query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734800" y="2233513"/>
            <a:ext cx="353408" cy="35341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0" name="Text 7"/>
          <p:cNvSpPr/>
          <p:nvPr/>
        </p:nvSpPr>
        <p:spPr>
          <a:xfrm>
            <a:off x="5800629" y="2271613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29492" y="2287488"/>
            <a:ext cx="527036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Embedding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229492" y="2659757"/>
            <a:ext cx="527036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Converts raw text into high-dimensional numerical vectors using </a:t>
            </a:r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34800" y="3445272"/>
            <a:ext cx="353408" cy="35341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5800629" y="3483372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29492" y="3499247"/>
            <a:ext cx="527036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ChromaDB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229492" y="3871516"/>
            <a:ext cx="527036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Performs semantic similarity search to find the most relevant stored knowledge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34800" y="4392910"/>
            <a:ext cx="353408" cy="35341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8" name="Text 15"/>
          <p:cNvSpPr/>
          <p:nvPr/>
        </p:nvSpPr>
        <p:spPr>
          <a:xfrm>
            <a:off x="5800629" y="4431010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29492" y="4446885"/>
            <a:ext cx="527036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229492" y="4819154"/>
            <a:ext cx="527036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Retrieves and injects context into the prompt before generation begins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34800" y="5340548"/>
            <a:ext cx="353408" cy="35341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22" name="Text 19"/>
          <p:cNvSpPr/>
          <p:nvPr/>
        </p:nvSpPr>
        <p:spPr>
          <a:xfrm>
            <a:off x="5800629" y="5378648"/>
            <a:ext cx="221748" cy="277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229492" y="5394523"/>
            <a:ext cx="527036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Groq LLM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229492" y="5766792"/>
            <a:ext cx="527036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the retrieved context to generate accurate, project-specific responses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0430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Conversation to Project Change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1161852"/>
            <a:ext cx="11405108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AI response is not just displayed — the application can 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update the project state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real time based on user intent.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03830" y="1455440"/>
            <a:ext cx="5426634" cy="4822031"/>
          </a:xfrm>
          <a:prstGeom prst="roundRect">
            <a:avLst>
              <a:gd name="adj" fmla="val 407"/>
            </a:avLst>
          </a:prstGeom>
          <a:solidFill>
            <a:srgbClr val="00D9D9"/>
          </a:solidFill>
          <a:ln/>
        </p:spPr>
      </p:sp>
      <p:sp>
        <p:nvSpPr>
          <p:cNvPr id="5" name="Text 3"/>
          <p:cNvSpPr/>
          <p:nvPr/>
        </p:nvSpPr>
        <p:spPr>
          <a:xfrm>
            <a:off x="734696" y="1553567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 Interaction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4696" y="1844179"/>
            <a:ext cx="57744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User: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"Add playlist sharing."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4696" y="2170410"/>
            <a:ext cx="5164901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4696" y="2332534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4696" y="2535833"/>
            <a:ext cx="5164901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0" name="Text 8"/>
          <p:cNvSpPr/>
          <p:nvPr/>
        </p:nvSpPr>
        <p:spPr>
          <a:xfrm>
            <a:off x="734696" y="2639318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Request Understanding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4696" y="2929930"/>
            <a:ext cx="5164901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00CC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intent = add_feature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| 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00CC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playlist sharing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4696" y="3322042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4696" y="3512344"/>
            <a:ext cx="5164901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4696" y="3628827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4696" y="3919438"/>
            <a:ext cx="5164901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00CC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add_feature(target)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called programmatically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4696" y="4311551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4696" y="4488755"/>
            <a:ext cx="5164901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4696" y="4618335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State Update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4696" y="4908947"/>
            <a:ext cx="5164901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is added to the live project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4696" y="5288359"/>
            <a:ext cx="2617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4696" y="5452566"/>
            <a:ext cx="5164901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4696" y="5595144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Blueprint Reflects Change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696" y="5885755"/>
            <a:ext cx="5164901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"Playlist Sharing" appears with auto-generated description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1836" y="1553567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Intent Drives State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61836" y="1908671"/>
            <a:ext cx="2569999" cy="95676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87950" y="2006402"/>
            <a:ext cx="2193969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Natural Language Input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87950" y="2297013"/>
            <a:ext cx="2193969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speaks in plain English — no commands or syntax required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9960" y="1908671"/>
            <a:ext cx="2569999" cy="95676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156074" y="2006402"/>
            <a:ext cx="2193969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Structured Intent Parsing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156074" y="2297013"/>
            <a:ext cx="2193969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application extracts intent type and target entity from the LLM response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1836" y="2963565"/>
            <a:ext cx="2569999" cy="95676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87950" y="3061295"/>
            <a:ext cx="2193969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Programmatic State Mutation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487950" y="3351907"/>
            <a:ext cx="2193969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logic applies the change directly to the project data model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29960" y="2963565"/>
            <a:ext cx="2569999" cy="95676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156074" y="3061295"/>
            <a:ext cx="2193969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Persistent Blueprint Update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156074" y="3351907"/>
            <a:ext cx="2193969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change is reflected immediately in the exportable blueprint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261836" y="4030762"/>
            <a:ext cx="5238123" cy="608211"/>
          </a:xfrm>
          <a:prstGeom prst="roundRect">
            <a:avLst>
              <a:gd name="adj" fmla="val 3229"/>
            </a:avLst>
          </a:prstGeom>
          <a:solidFill>
            <a:srgbClr val="790645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2703" y="4173934"/>
            <a:ext cx="163608" cy="13087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687176" y="4099520"/>
            <a:ext cx="4681916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not a chatbot. IdeaForge is a 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stateful project advisor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every conversation modifies the underlying project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00162"/>
            <a:ext cx="10795524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AI Output to a Real Project Blueprint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98086" y="816074"/>
            <a:ext cx="11405108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final output is not just an AI response — it is a </a:t>
            </a:r>
            <a:pPr algn="l" indent="0" marL="0">
              <a:lnSpc>
                <a:spcPct val="98000"/>
              </a:lnSpc>
              <a:buNone/>
            </a:pPr>
            <a:r>
              <a:rPr lang="en-US" sz="6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structured project deliverable</a:t>
            </a:r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ready to guide development.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673" y="954484"/>
            <a:ext cx="6260249" cy="34209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91171" y="2563220"/>
            <a:ext cx="1450561" cy="18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State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454086" y="2540962"/>
            <a:ext cx="1450561" cy="18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Structured Blueprint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4730" y="2548199"/>
            <a:ext cx="1450561" cy="18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+ ReportLab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8086" y="4460974"/>
            <a:ext cx="2630124" cy="416421"/>
          </a:xfrm>
          <a:prstGeom prst="roundRect">
            <a:avLst>
              <a:gd name="adj" fmla="val 2937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779542" y="4542433"/>
            <a:ext cx="2467211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79542" y="4700290"/>
            <a:ext cx="2467211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all project content and descriptions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3366210" y="4460974"/>
            <a:ext cx="2630223" cy="416421"/>
          </a:xfrm>
          <a:prstGeom prst="roundRect">
            <a:avLst>
              <a:gd name="adj" fmla="val 2937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3447666" y="4542433"/>
            <a:ext cx="246731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447666" y="4700290"/>
            <a:ext cx="2467310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Controls application logic and data flow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698086" y="4915396"/>
            <a:ext cx="2630124" cy="416421"/>
          </a:xfrm>
          <a:prstGeom prst="roundRect">
            <a:avLst>
              <a:gd name="adj" fmla="val 2937"/>
            </a:avLst>
          </a:prstGeom>
          <a:solidFill>
            <a:srgbClr val="444752"/>
          </a:solidFill>
          <a:ln/>
        </p:spPr>
      </p:sp>
      <p:sp>
        <p:nvSpPr>
          <p:cNvPr id="15" name="Text 12"/>
          <p:cNvSpPr/>
          <p:nvPr/>
        </p:nvSpPr>
        <p:spPr>
          <a:xfrm>
            <a:off x="779542" y="4996855"/>
            <a:ext cx="2467211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ReportLab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79542" y="5154712"/>
            <a:ext cx="2467211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Programmatically creates the formatted PDF document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3366210" y="4915396"/>
            <a:ext cx="2630223" cy="416421"/>
          </a:xfrm>
          <a:prstGeom prst="roundRect">
            <a:avLst>
              <a:gd name="adj" fmla="val 2937"/>
            </a:avLst>
          </a:prstGeom>
          <a:solidFill>
            <a:srgbClr val="444752"/>
          </a:solidFill>
          <a:ln/>
        </p:spPr>
      </p:sp>
      <p:sp>
        <p:nvSpPr>
          <p:cNvPr id="18" name="Text 15"/>
          <p:cNvSpPr/>
          <p:nvPr/>
        </p:nvSpPr>
        <p:spPr>
          <a:xfrm>
            <a:off x="3447666" y="4996855"/>
            <a:ext cx="246731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Streamlit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447666" y="5154712"/>
            <a:ext cx="2467310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the one-click download interface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201612" y="4456212"/>
            <a:ext cx="5298347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Blueprint Sections</a:t>
            </a:r>
            <a:endParaRPr lang="en-US" sz="7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1612" y="4618831"/>
            <a:ext cx="2630124" cy="540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67661" y="4679950"/>
            <a:ext cx="97827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295768" y="4944864"/>
            <a:ext cx="244181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Overview</a:t>
            </a:r>
            <a:endParaRPr lang="en-US" sz="7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9736" y="4618831"/>
            <a:ext cx="2630223" cy="540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135884" y="4679950"/>
            <a:ext cx="97827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8963892" y="4944864"/>
            <a:ext cx="2441911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Objectives</a:t>
            </a:r>
            <a:endParaRPr lang="en-US" sz="7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1612" y="5196880"/>
            <a:ext cx="2630124" cy="540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67661" y="5257998"/>
            <a:ext cx="97827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6295768" y="5522913"/>
            <a:ext cx="244181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Users</a:t>
            </a:r>
            <a:endParaRPr lang="en-US" sz="7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69736" y="5196880"/>
            <a:ext cx="2630223" cy="540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135884" y="5257998"/>
            <a:ext cx="97827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8963892" y="5522913"/>
            <a:ext cx="2441911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Features</a:t>
            </a:r>
            <a:endParaRPr lang="en-US" sz="7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01612" y="5774928"/>
            <a:ext cx="2630124" cy="540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67661" y="5836047"/>
            <a:ext cx="97827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6295768" y="6100961"/>
            <a:ext cx="2441812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7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69736" y="5774928"/>
            <a:ext cx="2630223" cy="540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135884" y="5836047"/>
            <a:ext cx="97827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8963892" y="6100961"/>
            <a:ext cx="2441911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Implementation Direction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847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Idea → Blueprint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977106"/>
            <a:ext cx="10795524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Transformation Example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3830" y="1316831"/>
            <a:ext cx="3203594" cy="3653135"/>
          </a:xfrm>
          <a:prstGeom prst="roundRect">
            <a:avLst>
              <a:gd name="adj" fmla="val 613"/>
            </a:avLst>
          </a:prstGeom>
          <a:solidFill>
            <a:srgbClr val="00D9D9"/>
          </a:solidFill>
          <a:ln/>
        </p:spPr>
      </p:sp>
      <p:sp>
        <p:nvSpPr>
          <p:cNvPr id="5" name="Text 3"/>
          <p:cNvSpPr/>
          <p:nvPr/>
        </p:nvSpPr>
        <p:spPr>
          <a:xfrm>
            <a:off x="734696" y="1414959"/>
            <a:ext cx="2941862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4696" y="1705570"/>
            <a:ext cx="2941862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Playlist Manager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34696" y="2866330"/>
            <a:ext cx="2941862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raw, unstructured project idea with no defined scope, users, or technical direction.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38797" y="1414959"/>
            <a:ext cx="412660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IDEAFORGE AI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797" y="1717873"/>
            <a:ext cx="654530" cy="7854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91451" y="1848743"/>
            <a:ext cx="337394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797" y="2503289"/>
            <a:ext cx="654530" cy="7854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1" y="2634159"/>
            <a:ext cx="337394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Retrieve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797" y="3288705"/>
            <a:ext cx="654530" cy="7854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91451" y="3419574"/>
            <a:ext cx="337394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797" y="4074120"/>
            <a:ext cx="654530" cy="7854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91451" y="4204990"/>
            <a:ext cx="337394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Refine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491027" y="1414959"/>
            <a:ext cx="301508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491027" y="1789906"/>
            <a:ext cx="65384" cy="65385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19" name="Text 13"/>
          <p:cNvSpPr/>
          <p:nvPr/>
        </p:nvSpPr>
        <p:spPr>
          <a:xfrm>
            <a:off x="8654536" y="1717873"/>
            <a:ext cx="285157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 Project analysis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491027" y="2169418"/>
            <a:ext cx="65384" cy="65385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21" name="Text 15"/>
          <p:cNvSpPr/>
          <p:nvPr/>
        </p:nvSpPr>
        <p:spPr>
          <a:xfrm>
            <a:off x="8654536" y="2097385"/>
            <a:ext cx="285157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 Target users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491027" y="2548930"/>
            <a:ext cx="65384" cy="65385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23" name="Text 17"/>
          <p:cNvSpPr/>
          <p:nvPr/>
        </p:nvSpPr>
        <p:spPr>
          <a:xfrm>
            <a:off x="8654536" y="2476897"/>
            <a:ext cx="285157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 Core features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491027" y="2928441"/>
            <a:ext cx="65384" cy="65385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25" name="Text 19"/>
          <p:cNvSpPr/>
          <p:nvPr/>
        </p:nvSpPr>
        <p:spPr>
          <a:xfrm>
            <a:off x="8654536" y="2856409"/>
            <a:ext cx="285157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 Technology direction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491027" y="3307953"/>
            <a:ext cx="65384" cy="65385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27" name="Text 21"/>
          <p:cNvSpPr/>
          <p:nvPr/>
        </p:nvSpPr>
        <p:spPr>
          <a:xfrm>
            <a:off x="8654536" y="3235920"/>
            <a:ext cx="285157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 Interactive refinement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491027" y="3687465"/>
            <a:ext cx="65384" cy="65385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29" name="Text 23"/>
          <p:cNvSpPr/>
          <p:nvPr/>
        </p:nvSpPr>
        <p:spPr>
          <a:xfrm>
            <a:off x="8654536" y="3615432"/>
            <a:ext cx="285157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 Downloadable PDF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94435" y="5190827"/>
            <a:ext cx="11208759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"IdeaForge transforms an idea into a structured, editable and actionable project direction."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98086" y="5080397"/>
            <a:ext cx="19050" cy="404019"/>
          </a:xfrm>
          <a:prstGeom prst="roundRect">
            <a:avLst>
              <a:gd name="adj" fmla="val 49999"/>
            </a:avLst>
          </a:prstGeom>
          <a:solidFill>
            <a:srgbClr val="F98AC7"/>
          </a:solidFill>
          <a:ln/>
        </p:spPr>
      </p:sp>
      <p:sp>
        <p:nvSpPr>
          <p:cNvPr id="32" name="Text 26"/>
          <p:cNvSpPr/>
          <p:nvPr/>
        </p:nvSpPr>
        <p:spPr>
          <a:xfrm>
            <a:off x="698086" y="5692973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98086" y="5983585"/>
            <a:ext cx="5847708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b="1" u="sng" dirty="0">
                <a:solidFill>
                  <a:srgbClr val="F98AC7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ideaforge-ai-a7aiugt57ktpn352ajhb2v.streamlit.app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261836" y="5692973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D9D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261836" y="5995888"/>
            <a:ext cx="525152" cy="198834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340316" y="6035080"/>
            <a:ext cx="977776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852372" y="5995888"/>
            <a:ext cx="649073" cy="198834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930852" y="6035080"/>
            <a:ext cx="1101697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7566828" y="5995888"/>
            <a:ext cx="336542" cy="198834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45308" y="6035080"/>
            <a:ext cx="789166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RAG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7968753" y="5995888"/>
            <a:ext cx="672984" cy="198834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8047233" y="6035080"/>
            <a:ext cx="1125609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CHROMADB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8707120" y="5995888"/>
            <a:ext cx="1371268" cy="198834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785601" y="6035080"/>
            <a:ext cx="1823893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SENTENCE TRANSFORMERS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10143772" y="5995888"/>
            <a:ext cx="420181" cy="198834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10222252" y="6035080"/>
            <a:ext cx="872806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10629336" y="5995888"/>
            <a:ext cx="622681" cy="198834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10707816" y="6035080"/>
            <a:ext cx="1075306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REPORTLA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04527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98AC7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                                 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2303" y="1138436"/>
            <a:ext cx="7786989" cy="4360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6152455"/>
            <a:ext cx="114051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98AC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2026-09-04T05:45:10Z</dcterms:created>
  <dcterms:modified xsi:type="dcterms:W3CDTF">2026-09-04T05:45:10Z</dcterms:modified>
</cp:coreProperties>
</file>